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3" r:id="rId7"/>
    <p:sldId id="261" r:id="rId8"/>
    <p:sldId id="264" r:id="rId9"/>
    <p:sldId id="262" r:id="rId10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E8D984-61C7-4EB7-83E5-57BCCCE565DA}" v="4" dt="2026-01-04T03:39:38.7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a Bohman" userId="ffc47bf41b557eb3" providerId="LiveId" clId="{37D2C2DB-8261-4542-8FBE-96BCD852DE33}"/>
    <pc:docChg chg="undo redo custSel addSld modSld sldOrd">
      <pc:chgData name="Moa Bohman" userId="ffc47bf41b557eb3" providerId="LiveId" clId="{37D2C2DB-8261-4542-8FBE-96BCD852DE33}" dt="2026-01-04T03:44:31.269" v="176" actId="20577"/>
      <pc:docMkLst>
        <pc:docMk/>
      </pc:docMkLst>
      <pc:sldChg chg="modSp mod">
        <pc:chgData name="Moa Bohman" userId="ffc47bf41b557eb3" providerId="LiveId" clId="{37D2C2DB-8261-4542-8FBE-96BCD852DE33}" dt="2026-01-04T03:41:20.625" v="152" actId="1076"/>
        <pc:sldMkLst>
          <pc:docMk/>
          <pc:sldMk cId="1613434548" sldId="256"/>
        </pc:sldMkLst>
        <pc:spChg chg="mod">
          <ac:chgData name="Moa Bohman" userId="ffc47bf41b557eb3" providerId="LiveId" clId="{37D2C2DB-8261-4542-8FBE-96BCD852DE33}" dt="2026-01-03T10:28:26.346" v="57" actId="207"/>
          <ac:spMkLst>
            <pc:docMk/>
            <pc:sldMk cId="1613434548" sldId="256"/>
            <ac:spMk id="4" creationId="{F1C962A7-BF54-3005-5691-EAF88F01292D}"/>
          </ac:spMkLst>
        </pc:spChg>
        <pc:picChg chg="mod">
          <ac:chgData name="Moa Bohman" userId="ffc47bf41b557eb3" providerId="LiveId" clId="{37D2C2DB-8261-4542-8FBE-96BCD852DE33}" dt="2026-01-04T03:41:20.625" v="152" actId="1076"/>
          <ac:picMkLst>
            <pc:docMk/>
            <pc:sldMk cId="1613434548" sldId="256"/>
            <ac:picMk id="7" creationId="{21702167-8913-A7FF-8616-B74D4065ED7A}"/>
          </ac:picMkLst>
        </pc:picChg>
      </pc:sldChg>
      <pc:sldChg chg="modSp mod">
        <pc:chgData name="Moa Bohman" userId="ffc47bf41b557eb3" providerId="LiveId" clId="{37D2C2DB-8261-4542-8FBE-96BCD852DE33}" dt="2026-01-04T03:36:12.513" v="132" actId="14100"/>
        <pc:sldMkLst>
          <pc:docMk/>
          <pc:sldMk cId="1673376674" sldId="257"/>
        </pc:sldMkLst>
        <pc:spChg chg="mod">
          <ac:chgData name="Moa Bohman" userId="ffc47bf41b557eb3" providerId="LiveId" clId="{37D2C2DB-8261-4542-8FBE-96BCD852DE33}" dt="2026-01-03T10:28:30.374" v="58" actId="207"/>
          <ac:spMkLst>
            <pc:docMk/>
            <pc:sldMk cId="1673376674" sldId="257"/>
            <ac:spMk id="4" creationId="{68F95B72-AFC1-A526-AFFD-377EF8D1D0F2}"/>
          </ac:spMkLst>
        </pc:spChg>
        <pc:picChg chg="mod">
          <ac:chgData name="Moa Bohman" userId="ffc47bf41b557eb3" providerId="LiveId" clId="{37D2C2DB-8261-4542-8FBE-96BCD852DE33}" dt="2026-01-04T03:36:12.513" v="132" actId="14100"/>
          <ac:picMkLst>
            <pc:docMk/>
            <pc:sldMk cId="1673376674" sldId="257"/>
            <ac:picMk id="15" creationId="{58FE528E-8F7A-4452-8211-2DC9FF1816F2}"/>
          </ac:picMkLst>
        </pc:picChg>
      </pc:sldChg>
      <pc:sldChg chg="addSp delSp modSp mod">
        <pc:chgData name="Moa Bohman" userId="ffc47bf41b557eb3" providerId="LiveId" clId="{37D2C2DB-8261-4542-8FBE-96BCD852DE33}" dt="2026-01-03T10:28:34.826" v="59" actId="207"/>
        <pc:sldMkLst>
          <pc:docMk/>
          <pc:sldMk cId="492781947" sldId="258"/>
        </pc:sldMkLst>
        <pc:spChg chg="del">
          <ac:chgData name="Moa Bohman" userId="ffc47bf41b557eb3" providerId="LiveId" clId="{37D2C2DB-8261-4542-8FBE-96BCD852DE33}" dt="2026-01-03T10:27:11.326" v="43" actId="22"/>
          <ac:spMkLst>
            <pc:docMk/>
            <pc:sldMk cId="492781947" sldId="258"/>
            <ac:spMk id="3" creationId="{F49721F5-8F9B-D7D9-0B7F-0269C2D0928C}"/>
          </ac:spMkLst>
        </pc:spChg>
        <pc:spChg chg="mod">
          <ac:chgData name="Moa Bohman" userId="ffc47bf41b557eb3" providerId="LiveId" clId="{37D2C2DB-8261-4542-8FBE-96BCD852DE33}" dt="2026-01-03T10:28:34.826" v="59" actId="207"/>
          <ac:spMkLst>
            <pc:docMk/>
            <pc:sldMk cId="492781947" sldId="258"/>
            <ac:spMk id="4" creationId="{52063443-060A-F793-49F0-D0244144F433}"/>
          </ac:spMkLst>
        </pc:spChg>
        <pc:picChg chg="add mod ord">
          <ac:chgData name="Moa Bohman" userId="ffc47bf41b557eb3" providerId="LiveId" clId="{37D2C2DB-8261-4542-8FBE-96BCD852DE33}" dt="2026-01-03T10:27:20.861" v="46" actId="1076"/>
          <ac:picMkLst>
            <pc:docMk/>
            <pc:sldMk cId="492781947" sldId="258"/>
            <ac:picMk id="6" creationId="{E68BBC22-079B-2E24-70C5-E1192E35A23D}"/>
          </ac:picMkLst>
        </pc:picChg>
      </pc:sldChg>
      <pc:sldChg chg="addSp delSp modSp mod">
        <pc:chgData name="Moa Bohman" userId="ffc47bf41b557eb3" providerId="LiveId" clId="{37D2C2DB-8261-4542-8FBE-96BCD852DE33}" dt="2026-01-03T12:38:33.972" v="100" actId="14100"/>
        <pc:sldMkLst>
          <pc:docMk/>
          <pc:sldMk cId="3279058397" sldId="259"/>
        </pc:sldMkLst>
        <pc:spChg chg="del">
          <ac:chgData name="Moa Bohman" userId="ffc47bf41b557eb3" providerId="LiveId" clId="{37D2C2DB-8261-4542-8FBE-96BCD852DE33}" dt="2026-01-03T12:38:25.669" v="96" actId="22"/>
          <ac:spMkLst>
            <pc:docMk/>
            <pc:sldMk cId="3279058397" sldId="259"/>
            <ac:spMk id="3" creationId="{29FF813E-8486-12FA-56F1-2DD20E1B646A}"/>
          </ac:spMkLst>
        </pc:spChg>
        <pc:spChg chg="mod">
          <ac:chgData name="Moa Bohman" userId="ffc47bf41b557eb3" providerId="LiveId" clId="{37D2C2DB-8261-4542-8FBE-96BCD852DE33}" dt="2026-01-03T12:36:39.709" v="95" actId="20577"/>
          <ac:spMkLst>
            <pc:docMk/>
            <pc:sldMk cId="3279058397" sldId="259"/>
            <ac:spMk id="4" creationId="{72310FDA-9781-AA23-CF05-EF5719899901}"/>
          </ac:spMkLst>
        </pc:spChg>
        <pc:picChg chg="add mod ord">
          <ac:chgData name="Moa Bohman" userId="ffc47bf41b557eb3" providerId="LiveId" clId="{37D2C2DB-8261-4542-8FBE-96BCD852DE33}" dt="2026-01-03T12:38:33.972" v="100" actId="14100"/>
          <ac:picMkLst>
            <pc:docMk/>
            <pc:sldMk cId="3279058397" sldId="259"/>
            <ac:picMk id="8" creationId="{8DB2EFB4-8A42-BAF1-343A-02F416F34589}"/>
          </ac:picMkLst>
        </pc:picChg>
      </pc:sldChg>
      <pc:sldChg chg="addSp delSp modSp new mod ord">
        <pc:chgData name="Moa Bohman" userId="ffc47bf41b557eb3" providerId="LiveId" clId="{37D2C2DB-8261-4542-8FBE-96BCD852DE33}" dt="2026-01-03T10:27:56.199" v="56" actId="732"/>
        <pc:sldMkLst>
          <pc:docMk/>
          <pc:sldMk cId="353564554" sldId="260"/>
        </pc:sldMkLst>
        <pc:spChg chg="del">
          <ac:chgData name="Moa Bohman" userId="ffc47bf41b557eb3" providerId="LiveId" clId="{37D2C2DB-8261-4542-8FBE-96BCD852DE33}" dt="2026-01-03T10:27:42.077" v="51" actId="478"/>
          <ac:spMkLst>
            <pc:docMk/>
            <pc:sldMk cId="353564554" sldId="260"/>
            <ac:spMk id="2" creationId="{C443BBAF-E658-A1DB-430B-3C870A47FA50}"/>
          </ac:spMkLst>
        </pc:spChg>
        <pc:spChg chg="del">
          <ac:chgData name="Moa Bohman" userId="ffc47bf41b557eb3" providerId="LiveId" clId="{37D2C2DB-8261-4542-8FBE-96BCD852DE33}" dt="2026-01-03T10:27:41.010" v="50" actId="478"/>
          <ac:spMkLst>
            <pc:docMk/>
            <pc:sldMk cId="353564554" sldId="260"/>
            <ac:spMk id="3" creationId="{F35AD53C-8F9E-656D-A4B6-2B7A470E73DB}"/>
          </ac:spMkLst>
        </pc:spChg>
        <pc:picChg chg="add mod modCrop">
          <ac:chgData name="Moa Bohman" userId="ffc47bf41b557eb3" providerId="LiveId" clId="{37D2C2DB-8261-4542-8FBE-96BCD852DE33}" dt="2026-01-03T10:27:56.199" v="56" actId="732"/>
          <ac:picMkLst>
            <pc:docMk/>
            <pc:sldMk cId="353564554" sldId="260"/>
            <ac:picMk id="5" creationId="{31491A84-6A71-1694-3384-338C8D489DE6}"/>
          </ac:picMkLst>
        </pc:picChg>
      </pc:sldChg>
      <pc:sldChg chg="addSp delSp modSp add mod ord">
        <pc:chgData name="Moa Bohman" userId="ffc47bf41b557eb3" providerId="LiveId" clId="{37D2C2DB-8261-4542-8FBE-96BCD852DE33}" dt="2026-01-04T03:37:12.802" v="140" actId="732"/>
        <pc:sldMkLst>
          <pc:docMk/>
          <pc:sldMk cId="2686675102" sldId="261"/>
        </pc:sldMkLst>
        <pc:picChg chg="add del mod modCrop">
          <ac:chgData name="Moa Bohman" userId="ffc47bf41b557eb3" providerId="LiveId" clId="{37D2C2DB-8261-4542-8FBE-96BCD852DE33}" dt="2026-01-04T03:34:42.638" v="108" actId="478"/>
          <ac:picMkLst>
            <pc:docMk/>
            <pc:sldMk cId="2686675102" sldId="261"/>
            <ac:picMk id="3" creationId="{FE4E1AFA-0998-0EBF-11FD-23D7AA336979}"/>
          </ac:picMkLst>
        </pc:picChg>
        <pc:picChg chg="add mod modCrop">
          <ac:chgData name="Moa Bohman" userId="ffc47bf41b557eb3" providerId="LiveId" clId="{37D2C2DB-8261-4542-8FBE-96BCD852DE33}" dt="2026-01-04T03:37:12.802" v="140" actId="732"/>
          <ac:picMkLst>
            <pc:docMk/>
            <pc:sldMk cId="2686675102" sldId="261"/>
            <ac:picMk id="4" creationId="{930C38A3-569F-8476-86EB-436DDB3A0613}"/>
          </ac:picMkLst>
        </pc:picChg>
        <pc:picChg chg="del">
          <ac:chgData name="Moa Bohman" userId="ffc47bf41b557eb3" providerId="LiveId" clId="{37D2C2DB-8261-4542-8FBE-96BCD852DE33}" dt="2026-01-03T10:28:43.252" v="63" actId="478"/>
          <ac:picMkLst>
            <pc:docMk/>
            <pc:sldMk cId="2686675102" sldId="261"/>
            <ac:picMk id="5" creationId="{B04AC038-525F-6332-798D-28F4C2398980}"/>
          </ac:picMkLst>
        </pc:picChg>
      </pc:sldChg>
      <pc:sldChg chg="add">
        <pc:chgData name="Moa Bohman" userId="ffc47bf41b557eb3" providerId="LiveId" clId="{37D2C2DB-8261-4542-8FBE-96BCD852DE33}" dt="2026-01-03T12:38:38.318" v="101"/>
        <pc:sldMkLst>
          <pc:docMk/>
          <pc:sldMk cId="2442942680" sldId="262"/>
        </pc:sldMkLst>
      </pc:sldChg>
      <pc:sldChg chg="addSp delSp modSp add mod">
        <pc:chgData name="Moa Bohman" userId="ffc47bf41b557eb3" providerId="LiveId" clId="{37D2C2DB-8261-4542-8FBE-96BCD852DE33}" dt="2026-01-04T03:36:48.707" v="136" actId="1076"/>
        <pc:sldMkLst>
          <pc:docMk/>
          <pc:sldMk cId="1779188084" sldId="263"/>
        </pc:sldMkLst>
        <pc:spChg chg="add del mod">
          <ac:chgData name="Moa Bohman" userId="ffc47bf41b557eb3" providerId="LiveId" clId="{37D2C2DB-8261-4542-8FBE-96BCD852DE33}" dt="2026-01-04T03:35:53.723" v="126" actId="22"/>
          <ac:spMkLst>
            <pc:docMk/>
            <pc:sldMk cId="1779188084" sldId="263"/>
            <ac:spMk id="3" creationId="{2763FFC1-55F8-11A5-E0FA-6FA85ACE874D}"/>
          </ac:spMkLst>
        </pc:spChg>
        <pc:spChg chg="mod">
          <ac:chgData name="Moa Bohman" userId="ffc47bf41b557eb3" providerId="LiveId" clId="{37D2C2DB-8261-4542-8FBE-96BCD852DE33}" dt="2026-01-04T03:35:11.415" v="124" actId="20577"/>
          <ac:spMkLst>
            <pc:docMk/>
            <pc:sldMk cId="1779188084" sldId="263"/>
            <ac:spMk id="4" creationId="{8436D9C3-95EA-F6D9-8C58-DA6ED29324E0}"/>
          </ac:spMkLst>
        </pc:spChg>
        <pc:picChg chg="add mod ord">
          <ac:chgData name="Moa Bohman" userId="ffc47bf41b557eb3" providerId="LiveId" clId="{37D2C2DB-8261-4542-8FBE-96BCD852DE33}" dt="2026-01-04T03:36:48.707" v="136" actId="1076"/>
          <ac:picMkLst>
            <pc:docMk/>
            <pc:sldMk cId="1779188084" sldId="263"/>
            <ac:picMk id="6" creationId="{AB5ABE5D-3786-AE8A-01C3-44560E24E4ED}"/>
          </ac:picMkLst>
        </pc:picChg>
        <pc:picChg chg="del">
          <ac:chgData name="Moa Bohman" userId="ffc47bf41b557eb3" providerId="LiveId" clId="{37D2C2DB-8261-4542-8FBE-96BCD852DE33}" dt="2026-01-04T03:35:16.230" v="125" actId="478"/>
          <ac:picMkLst>
            <pc:docMk/>
            <pc:sldMk cId="1779188084" sldId="263"/>
            <ac:picMk id="8" creationId="{E7CBAF78-87A8-A2DC-325E-E8418F233DA1}"/>
          </ac:picMkLst>
        </pc:picChg>
      </pc:sldChg>
      <pc:sldChg chg="addSp delSp modSp add mod ord">
        <pc:chgData name="Moa Bohman" userId="ffc47bf41b557eb3" providerId="LiveId" clId="{37D2C2DB-8261-4542-8FBE-96BCD852DE33}" dt="2026-01-04T03:44:31.269" v="176" actId="20577"/>
        <pc:sldMkLst>
          <pc:docMk/>
          <pc:sldMk cId="876278094" sldId="264"/>
        </pc:sldMkLst>
        <pc:spChg chg="add del mod">
          <ac:chgData name="Moa Bohman" userId="ffc47bf41b557eb3" providerId="LiveId" clId="{37D2C2DB-8261-4542-8FBE-96BCD852DE33}" dt="2026-01-04T03:41:04.500" v="147" actId="22"/>
          <ac:spMkLst>
            <pc:docMk/>
            <pc:sldMk cId="876278094" sldId="264"/>
            <ac:spMk id="3" creationId="{EAE6C73D-2109-8300-68F4-A7BC2749F419}"/>
          </ac:spMkLst>
        </pc:spChg>
        <pc:spChg chg="mod">
          <ac:chgData name="Moa Bohman" userId="ffc47bf41b557eb3" providerId="LiveId" clId="{37D2C2DB-8261-4542-8FBE-96BCD852DE33}" dt="2026-01-04T03:44:31.269" v="176" actId="20577"/>
          <ac:spMkLst>
            <pc:docMk/>
            <pc:sldMk cId="876278094" sldId="264"/>
            <ac:spMk id="4" creationId="{0562EF6B-08D0-01FC-536F-24A8E1148127}"/>
          </ac:spMkLst>
        </pc:spChg>
        <pc:spChg chg="add del mod">
          <ac:chgData name="Moa Bohman" userId="ffc47bf41b557eb3" providerId="LiveId" clId="{37D2C2DB-8261-4542-8FBE-96BCD852DE33}" dt="2026-01-04T03:41:58.644" v="156" actId="22"/>
          <ac:spMkLst>
            <pc:docMk/>
            <pc:sldMk cId="876278094" sldId="264"/>
            <ac:spMk id="11" creationId="{1B49DA98-85F5-C555-C997-70155A11904C}"/>
          </ac:spMkLst>
        </pc:spChg>
        <pc:picChg chg="add del">
          <ac:chgData name="Moa Bohman" userId="ffc47bf41b557eb3" providerId="LiveId" clId="{37D2C2DB-8261-4542-8FBE-96BCD852DE33}" dt="2026-01-04T03:41:03.087" v="146" actId="22"/>
          <ac:picMkLst>
            <pc:docMk/>
            <pc:sldMk cId="876278094" sldId="264"/>
            <ac:picMk id="6" creationId="{AFF4FB26-0189-3CCB-0979-1A3C466B65A9}"/>
          </ac:picMkLst>
        </pc:picChg>
        <pc:picChg chg="del">
          <ac:chgData name="Moa Bohman" userId="ffc47bf41b557eb3" providerId="LiveId" clId="{37D2C2DB-8261-4542-8FBE-96BCD852DE33}" dt="2026-01-04T03:41:00.082" v="144" actId="478"/>
          <ac:picMkLst>
            <pc:docMk/>
            <pc:sldMk cId="876278094" sldId="264"/>
            <ac:picMk id="7" creationId="{13FA3951-3239-1D57-918C-9453E1B585AC}"/>
          </ac:picMkLst>
        </pc:picChg>
        <pc:picChg chg="add del mod ord">
          <ac:chgData name="Moa Bohman" userId="ffc47bf41b557eb3" providerId="LiveId" clId="{37D2C2DB-8261-4542-8FBE-96BCD852DE33}" dt="2026-01-04T03:41:55.603" v="153" actId="478"/>
          <ac:picMkLst>
            <pc:docMk/>
            <pc:sldMk cId="876278094" sldId="264"/>
            <ac:picMk id="9" creationId="{159F8F10-F30A-7441-7E78-04CCB1C5AA4E}"/>
          </ac:picMkLst>
        </pc:picChg>
        <pc:picChg chg="add del">
          <ac:chgData name="Moa Bohman" userId="ffc47bf41b557eb3" providerId="LiveId" clId="{37D2C2DB-8261-4542-8FBE-96BCD852DE33}" dt="2026-01-04T03:41:57.527" v="155" actId="22"/>
          <ac:picMkLst>
            <pc:docMk/>
            <pc:sldMk cId="876278094" sldId="264"/>
            <ac:picMk id="13" creationId="{3B953D3F-3FA3-900B-7AD2-23AB7B810290}"/>
          </ac:picMkLst>
        </pc:picChg>
        <pc:picChg chg="add mod ord modCrop">
          <ac:chgData name="Moa Bohman" userId="ffc47bf41b557eb3" providerId="LiveId" clId="{37D2C2DB-8261-4542-8FBE-96BCD852DE33}" dt="2026-01-04T03:42:45.519" v="169" actId="1076"/>
          <ac:picMkLst>
            <pc:docMk/>
            <pc:sldMk cId="876278094" sldId="264"/>
            <ac:picMk id="15" creationId="{BBC70D58-FEF2-2089-1C8D-A04594DDA7E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73CEF-C195-03DF-0F41-B9A9FADF1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42CD52-B782-07EC-395A-908895EB6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89581-15AE-C072-0783-9B0C58EB7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A0CE-2E61-49B4-A967-507BC682BDEE}" type="datetimeFigureOut">
              <a:rPr lang="en-SE" smtClean="0"/>
              <a:t>2026-01-04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B762-4832-9D3C-F99A-A24161216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B3EF4-D087-C68F-7F9F-C12CB4DF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7452-CF89-4682-9882-75EB4678A2D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55515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F8DF2-50E0-8998-A647-52603AAEA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0FBE4-2BE1-6C67-345E-D1699C16A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F2B4F-98E4-4675-9F71-308CDD20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A0CE-2E61-49B4-A967-507BC682BDEE}" type="datetimeFigureOut">
              <a:rPr lang="en-SE" smtClean="0"/>
              <a:t>2026-01-04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8A17A-7995-8FFA-B13D-D747D4C58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895E-A58F-F888-2974-DA924EB30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7452-CF89-4682-9882-75EB4678A2D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23706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B6886-4562-B9A9-3372-D129B620D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CD742-EFD9-D69A-F5BF-2F1C0F44E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26A65-168F-97BE-3E71-A48427309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A0CE-2E61-49B4-A967-507BC682BDEE}" type="datetimeFigureOut">
              <a:rPr lang="en-SE" smtClean="0"/>
              <a:t>2026-01-04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A2CC9-15CE-4D17-FE23-107940F9C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A01A7-89E4-A12D-521D-3A8805084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7452-CF89-4682-9882-75EB4678A2D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22088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F6BEE-9E49-3F3B-D8DC-93C1573E0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C7EA4-EEAB-4A95-817B-5DC9DC5596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66AB1-8B24-B1FF-870C-2002C0C89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91FCC-E79B-1A96-81D6-CF4B9084C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A0CE-2E61-49B4-A967-507BC682BDEE}" type="datetimeFigureOut">
              <a:rPr lang="en-SE" smtClean="0"/>
              <a:t>2026-01-04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97BA4-BF20-D071-2BD0-825CB20EB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0DC39-533B-6D34-C211-C84B9D302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7452-CF89-4682-9882-75EB4678A2D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30131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C73C8-7F25-EA0C-716B-B403109A2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1F0CB-A1C2-F75F-E35E-DD71FF57B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077CCB-FC1C-5F18-0A08-4DD09E6F7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7BD03B-2A1E-5867-9773-143E7EB4F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0F5575-E940-DCCD-CAB2-EE31D469B3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A9F97E-DFD0-E824-E051-2ACC4B552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A0CE-2E61-49B4-A967-507BC682BDEE}" type="datetimeFigureOut">
              <a:rPr lang="en-SE" smtClean="0"/>
              <a:t>2026-01-04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75F6EF-29ED-F15A-3360-B2A03C2A6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610F05-65B2-9738-E1E8-8F323CCF9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7452-CF89-4682-9882-75EB4678A2D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48936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7DEE5-372F-8B79-998E-99FB5D83B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580FEB-A284-EB44-42FC-6D678B9B7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A0CE-2E61-49B4-A967-507BC682BDEE}" type="datetimeFigureOut">
              <a:rPr lang="en-SE" smtClean="0"/>
              <a:t>2026-01-04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8A293-7173-D5B6-3798-2DA8CFB9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FB6BB-D85C-BCA8-0DFB-15C35524A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7452-CF89-4682-9882-75EB4678A2D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58060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938782-7647-D191-5B3E-1A1F32E3C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A0CE-2E61-49B4-A967-507BC682BDEE}" type="datetimeFigureOut">
              <a:rPr lang="en-SE" smtClean="0"/>
              <a:t>2026-01-04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CA9ECB-2F47-996D-4FBA-4D2406EDC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797DA-C8FF-7069-CAE2-81CD54BD0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7452-CF89-4682-9882-75EB4678A2D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419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2CD5F-C4C3-4339-1A7B-94338BAED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D2530-DE04-2643-DADC-E4C43D836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6E8AE0-EC9F-D88A-4561-D08C8B3C6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B05EC-BBAA-88D0-8218-E2F21F88A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A0CE-2E61-49B4-A967-507BC682BDEE}" type="datetimeFigureOut">
              <a:rPr lang="en-SE" smtClean="0"/>
              <a:t>2026-01-04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0042C-1612-B7D1-4606-70E6F4C7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07A32-7BA5-E2D9-295E-08A04BA24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7452-CF89-4682-9882-75EB4678A2D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6529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A6D03-ED58-00A7-C14B-56FF2DC6D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352D0-55CF-564B-3ABC-277D12141B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382DE-488A-F000-53FB-333EC73AE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2F797-9C6F-B47D-082D-A2D4CF9BE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A0CE-2E61-49B4-A967-507BC682BDEE}" type="datetimeFigureOut">
              <a:rPr lang="en-SE" smtClean="0"/>
              <a:t>2026-01-04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8B695-28D2-8CB0-7F9A-14135E5F0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C782F-20DD-18B6-4D22-989F2F088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7452-CF89-4682-9882-75EB4678A2D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382055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18EE6-3DE6-861C-B310-5AD33AB42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D1DE1-E818-95E4-C59E-CC38E0583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76914-8D64-30E5-884F-16C82BD16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A0CE-2E61-49B4-A967-507BC682BDEE}" type="datetimeFigureOut">
              <a:rPr lang="en-SE" smtClean="0"/>
              <a:t>2026-01-04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2E252-2A70-4B3C-6CCC-36C5906DE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360E-30DA-5573-CEE5-7EA49DC07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7452-CF89-4682-9882-75EB4678A2D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75131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937607-A3F6-3698-DEBA-DC81C75934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0DC62-3BAF-911C-A19F-1B8A8E001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36265-597A-161B-19B7-767CBD76B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A0CE-2E61-49B4-A967-507BC682BDEE}" type="datetimeFigureOut">
              <a:rPr lang="en-SE" smtClean="0"/>
              <a:t>2026-01-04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90026-7D6A-618B-CA45-B46CE736D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7F84B-8F3C-4CE7-95A2-AAECE658C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7452-CF89-4682-9882-75EB4678A2D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77596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27B2BD-CB79-82B0-5766-91AB3C7E4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D9B95-2FBE-28CD-5FA1-8C7E4F689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26316-0EEE-7D77-260D-F4E15C33A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EA0CE-2E61-49B4-A967-507BC682BDEE}" type="datetimeFigureOut">
              <a:rPr lang="en-SE" smtClean="0"/>
              <a:t>2026-01-04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A0D9B-7C84-302D-B739-C0D6D79696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8B36A-84D2-51A4-A37D-6F444B753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157452-CF89-4682-9882-75EB4678A2D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56234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C962A7-BF54-3005-5691-EAF88F012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2150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Comparison 2 and 3 dimensions</a:t>
            </a:r>
            <a:br>
              <a:rPr lang="en-US" sz="2000" dirty="0">
                <a:solidFill>
                  <a:schemeClr val="accent2"/>
                </a:solidFill>
              </a:rPr>
            </a:br>
            <a:br>
              <a:rPr lang="en-US" sz="11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LSM1 &amp; LSM2</a:t>
            </a:r>
            <a:endParaRPr lang="en-SE" sz="3600" dirty="0">
              <a:solidFill>
                <a:schemeClr val="accent2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702167-8913-A7FF-8616-B74D4065ED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3031" y="1057276"/>
            <a:ext cx="10225937" cy="572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34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B908B-6D93-5B7C-7B14-31289E4F7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F95B72-AFC1-A526-AFFD-377EF8D1D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2150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Comparison 1, 2 or 3 clusters</a:t>
            </a:r>
            <a:br>
              <a:rPr lang="en-US" sz="2000" dirty="0">
                <a:solidFill>
                  <a:schemeClr val="accent2"/>
                </a:solidFill>
              </a:rPr>
            </a:br>
            <a:br>
              <a:rPr lang="en-US" sz="11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LSM2, LSM10 &amp; LSM11</a:t>
            </a:r>
            <a:endParaRPr lang="en-SE" sz="3600" dirty="0">
              <a:solidFill>
                <a:schemeClr val="accent2"/>
              </a:solidFill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58FE528E-8F7A-4452-8211-2DC9FF181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176" y="1057276"/>
            <a:ext cx="11953360" cy="520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376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32F21-41E1-5EF9-2FC4-E3ACB1D12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063443-060A-F793-49F0-D0244144F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2150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Comparison sender and receiver effects</a:t>
            </a:r>
            <a:br>
              <a:rPr lang="en-US" sz="2000" dirty="0">
                <a:solidFill>
                  <a:schemeClr val="accent2"/>
                </a:solidFill>
              </a:rPr>
            </a:br>
            <a:br>
              <a:rPr lang="en-US" sz="11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LSM10, LSM14, LSM15 &amp; LSM16</a:t>
            </a:r>
            <a:endParaRPr lang="en-SE" sz="3600" dirty="0">
              <a:solidFill>
                <a:schemeClr val="accent2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68BBC22-079B-2E24-70C5-E1192E35A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888" y="1166332"/>
            <a:ext cx="11720312" cy="510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81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31491A84-6A71-1694-3384-338C8D489D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52" b="938"/>
          <a:stretch>
            <a:fillRect/>
          </a:stretch>
        </p:blipFill>
        <p:spPr>
          <a:xfrm>
            <a:off x="0" y="352338"/>
            <a:ext cx="12192000" cy="629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4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EE81B-A1C0-9F53-D62A-2C31CCFDE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310FDA-9781-AA23-CF05-EF571989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2150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Validation of clusters</a:t>
            </a:r>
            <a:br>
              <a:rPr lang="en-US" sz="2000" dirty="0">
                <a:solidFill>
                  <a:schemeClr val="accent2"/>
                </a:solidFill>
              </a:rPr>
            </a:br>
            <a:br>
              <a:rPr lang="en-US" sz="11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LSM16, LSM17 &amp; LSM18</a:t>
            </a:r>
            <a:endParaRPr lang="en-SE" sz="3600" dirty="0">
              <a:solidFill>
                <a:schemeClr val="accent2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DB2EFB4-8A42-BAF1-343A-02F416F34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113" y="1057275"/>
            <a:ext cx="11562078" cy="503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58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806D1-E1DC-3D33-4C32-1C1C6F3D8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36D9C3-95EA-F6D9-8C58-DA6ED293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2150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Validation of clusters</a:t>
            </a:r>
            <a:br>
              <a:rPr lang="en-US" sz="2000" dirty="0">
                <a:solidFill>
                  <a:schemeClr val="accent2"/>
                </a:solidFill>
              </a:rPr>
            </a:br>
            <a:br>
              <a:rPr lang="en-US" sz="11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LSM26, LSM16, LSM17 &amp; LSM18</a:t>
            </a:r>
            <a:endParaRPr lang="en-SE" sz="3600" dirty="0">
              <a:solidFill>
                <a:schemeClr val="accent2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5ABE5D-3786-AE8A-01C3-44560E24E4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29" y="1057276"/>
            <a:ext cx="12120941" cy="527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88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03EC3-86C4-054F-4C00-A51A5A1E1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30C38A3-569F-8476-86EB-436DDB3A06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7"/>
          <a:stretch>
            <a:fillRect/>
          </a:stretch>
        </p:blipFill>
        <p:spPr>
          <a:xfrm>
            <a:off x="0" y="327170"/>
            <a:ext cx="12192000" cy="637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675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839BE-4EC8-59E6-D363-88E37C8C4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62EF6B-08D0-01FC-536F-24A8E1148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2150"/>
          </a:xfrm>
        </p:spPr>
        <p:txBody>
          <a:bodyPr>
            <a:normAutofit fontScale="90000"/>
          </a:bodyPr>
          <a:lstStyle/>
          <a:p>
            <a:r>
              <a:rPr lang="en-US" sz="2000">
                <a:solidFill>
                  <a:schemeClr val="accent2"/>
                </a:solidFill>
              </a:rPr>
              <a:t>Comparison NONE </a:t>
            </a:r>
            <a:r>
              <a:rPr lang="en-US" sz="2000" dirty="0">
                <a:solidFill>
                  <a:schemeClr val="accent2"/>
                </a:solidFill>
              </a:rPr>
              <a:t>and 3 dimensions</a:t>
            </a:r>
            <a:br>
              <a:rPr lang="en-US" sz="2000" dirty="0">
                <a:solidFill>
                  <a:schemeClr val="accent2"/>
                </a:solidFill>
              </a:rPr>
            </a:br>
            <a:br>
              <a:rPr lang="en-US" sz="1100">
                <a:solidFill>
                  <a:schemeClr val="accent2"/>
                </a:solidFill>
              </a:rPr>
            </a:br>
            <a:r>
              <a:rPr lang="en-US" sz="1400">
                <a:solidFill>
                  <a:schemeClr val="accent2"/>
                </a:solidFill>
              </a:rPr>
              <a:t>LSM16 &amp; LSM25</a:t>
            </a:r>
            <a:endParaRPr lang="en-SE" sz="3600" dirty="0">
              <a:solidFill>
                <a:schemeClr val="accent2"/>
              </a:solidFill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BBC70D58-FEF2-2089-1C8D-A04594DDA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443"/>
          <a:stretch>
            <a:fillRect/>
          </a:stretch>
        </p:blipFill>
        <p:spPr>
          <a:xfrm>
            <a:off x="753320" y="964734"/>
            <a:ext cx="10685360" cy="589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278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E2EF-DDD6-57F4-E17B-840E3B49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2942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70</Words>
  <Application>Microsoft Office PowerPoint</Application>
  <PresentationFormat>Widescreen</PresentationFormat>
  <Paragraphs>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Comparison 2 and 3 dimensions  LSM1 &amp; LSM2</vt:lpstr>
      <vt:lpstr>Comparison 1, 2 or 3 clusters  LSM2, LSM10 &amp; LSM11</vt:lpstr>
      <vt:lpstr>Comparison sender and receiver effects  LSM10, LSM14, LSM15 &amp; LSM16</vt:lpstr>
      <vt:lpstr>PowerPoint Presentation</vt:lpstr>
      <vt:lpstr>Validation of clusters  LSM16, LSM17 &amp; LSM18</vt:lpstr>
      <vt:lpstr>Validation of clusters  LSM26, LSM16, LSM17 &amp; LSM18</vt:lpstr>
      <vt:lpstr>PowerPoint Presentation</vt:lpstr>
      <vt:lpstr>Comparison NONE and 3 dimensions  LSM16 &amp; LSM25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Moa Bohman</dc:creator>
  <cp:lastModifiedBy>Moa Bohman</cp:lastModifiedBy>
  <cp:revision>1</cp:revision>
  <dcterms:created xsi:type="dcterms:W3CDTF">2026-01-03T06:17:47Z</dcterms:created>
  <dcterms:modified xsi:type="dcterms:W3CDTF">2026-01-04T03:44:36Z</dcterms:modified>
</cp:coreProperties>
</file>